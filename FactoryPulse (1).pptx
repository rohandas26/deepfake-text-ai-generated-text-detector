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64" r:id="rId4"/>
    <p:sldId id="257" r:id="rId5"/>
    <p:sldId id="258" r:id="rId6"/>
    <p:sldId id="259" r:id="rId7"/>
    <p:sldId id="260" r:id="rId8"/>
    <p:sldId id="261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ADBCD-9E45-4FBD-AB84-B5E46E1A73B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112FDA-B452-43C2-BB12-C7667D7BC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39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2FDA-B452-43C2-BB12-C7667D7BC66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260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2FDA-B452-43C2-BB12-C7667D7BC66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099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2FDA-B452-43C2-BB12-C7667D7BC66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270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2FDA-B452-43C2-BB12-C7667D7BC66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102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2FDA-B452-43C2-BB12-C7667D7BC66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060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2FDA-B452-43C2-BB12-C7667D7BC66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720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2FDA-B452-43C2-BB12-C7667D7BC66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86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FFCD-79E5-CD40-AC3F-3C6D93ACC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868FB-4AD2-8935-BADD-029916EEB4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BAD1E-5E05-8AD8-07C2-07E4DB8CB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67955-2BB8-4770-AE87-8F81E40E4C4A}" type="datetime1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7D320-536B-5693-6EC8-872ADB28D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3C597-84C9-D9CF-D3AE-4E1BF4906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68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8E45A-C1C9-D26E-E450-51493B68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B2EBC-758E-CD78-69FF-A2675CA0A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3D56D-CB73-5769-B1E7-ECEDE840A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1FA72-2CD4-45A5-9E06-FCE8CCBD162A}" type="datetime1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EA6A7-AB20-E9A7-277D-FD1E58D7F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9C193-50FD-B2BB-FB4B-613435D6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911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893E5-77DA-91C1-E0C2-FA13CFD15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60BBC-704A-E27A-9E3B-CDB439A9A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8B148-82FF-AF73-94C6-E3A4B772D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6301F-3380-463A-A461-5CD917DF4B33}" type="datetime1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C3BE0-E6B0-38C6-22E1-CFA9BAC36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62671-E5E4-8A34-E00C-1DE60D55B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390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F1377-AD6C-25D6-26F9-12309E0FD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1C18E-FE78-A158-4DB3-78E5FF7728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6C976-1001-7784-123F-E3EA7B7C4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681EB-DBCC-7EB8-EF3A-0E637E20F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B69AB-C07F-4DB3-84A2-F3E9A7CDED6A}" type="datetime1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418D9-136C-A837-45CD-DBA45A772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56D9B-E3DD-1D29-CD0B-DC54E22F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38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C0366-C357-19AB-1AE4-13153F90C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2A428-40F6-9262-0B0A-459E97762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43B-B687-D62C-A449-FAC97278C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C29A5-E76F-35EB-9B19-986D64258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702181-E921-9930-F52A-33EEA218EE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A04A85-267D-5ED0-9440-8A7340AA1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6D476-5044-42C8-B2C1-653543D25ABA}" type="datetime1">
              <a:rPr lang="en-IN" smtClean="0"/>
              <a:t>24-08-2026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278063-424F-7180-AF74-B82366814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9AC847-FBFE-7172-4576-6D6348F3A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894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7249E-C55C-DC7D-4FA2-44A30828D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D534D9-EE13-DFF6-981E-89A04191A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C6CF5-328E-4D15-B49D-DDEA93450C8C}" type="datetime1">
              <a:rPr lang="en-IN" smtClean="0"/>
              <a:t>24-08-2026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4B1220-97B5-0F5D-EDD9-5C083808F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883A52-E032-8450-9A0B-A1AD1C52C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776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800AA7-748C-6C26-2813-8F62979F1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31064-B0FE-4ED0-AA94-32D620824484}" type="datetime1">
              <a:rPr lang="en-IN" smtClean="0"/>
              <a:t>24-08-2026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975B85-33BA-CFB3-EF76-94B1AD524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4D442-3CB3-87B9-4230-0470BCB84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688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8B9FD-9496-E9C2-9D13-FBD77E0F7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D7CE5-5702-CFC0-B426-6D022A1BF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1D930-7FE6-B7CA-80B9-09181D537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E9453-E49C-C924-419D-724E95C5D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F4870-D466-46D8-8C15-A1933D540E41}" type="datetime1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02507-31CA-2C1D-0030-2C0570A36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E54C6-212E-A5B9-ABE4-38A4C0062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101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78CBD-08FC-32AF-CBBA-3CD1C183B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071C7D-D746-93DE-11F6-5E4638B31A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54FFC-BA15-66D0-9894-9A66F8F6A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DA9D8-BF2D-2AD4-BBC1-E09CACCAD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A822C-1EDD-4E1C-916C-7BBC36C1D1D5}" type="datetime1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B6BCB-67DA-8161-6057-E057C9F5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2ABD9-DC96-FF85-4591-B76F5C6A2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566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A8BA7-F75F-CFD6-8044-535A9196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A7CC-E558-FCFA-D1B6-D370632A5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66589-7B0D-9FA4-A923-A1AD44DC5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598D8-7069-4257-839C-6FADCD260A2A}" type="datetime1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65E42-0439-5C00-6F84-28EC7496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E23BF-942C-A2AA-FEC7-8C1563C5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429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0BAFF-A1D3-1DC2-4CC5-F19A6026A0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0CD31-5601-EC67-AE74-6D75A7377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D8C1D-A11E-397E-017B-1A07D26B3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1BFD-777E-4613-9176-DCCA55D46390}" type="datetime1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96487-D4F8-D13B-4E4A-6A6ACE073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4598D-006A-A8D1-82F0-08F6B0EC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5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E9A0A4-DC30-F42D-A199-5F98F9BC7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86678-7B6E-17D8-8E54-FE9BD5708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79353-F20F-B7A6-CBDA-83A84CE082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DE54F-E93F-4128-8BEA-2D0333F172D7}" type="datetime1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B0D74-BAE7-6DE1-5B00-EEE17F18C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966F3-38DD-80C5-F729-F8BA8C40B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E5C4C-10EF-4BAC-B0F2-041DEFF804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63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C780B-EC94-C994-13C2-5226DCF54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084" y="868362"/>
            <a:ext cx="10353368" cy="2387600"/>
          </a:xfrm>
        </p:spPr>
        <p:txBody>
          <a:bodyPr>
            <a:noAutofit/>
          </a:bodyPr>
          <a:lstStyle/>
          <a:p>
            <a:r>
              <a:rPr lang="en-IN" sz="3600" dirty="0" err="1">
                <a:latin typeface="Arial" panose="020B0604020202020204" pitchFamily="34" charset="0"/>
                <a:cs typeface="Arial" panose="020B0604020202020204" pitchFamily="34" charset="0"/>
              </a:rPr>
              <a:t>FactoryPulse</a:t>
            </a: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: Intelligent Network Monitoring and Dynamic Threat Mitigation using VLANs, ACLs and 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8EB50-0911-2AC8-6259-8C40C16BC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084" y="4231303"/>
            <a:ext cx="9144000" cy="1655762"/>
          </a:xfrm>
        </p:spPr>
        <p:txBody>
          <a:bodyPr/>
          <a:lstStyle/>
          <a:p>
            <a:pPr algn="l"/>
            <a:r>
              <a:rPr lang="en-US" b="1" dirty="0"/>
              <a:t>Team Members</a:t>
            </a:r>
            <a:br>
              <a:rPr lang="en-US" dirty="0"/>
            </a:br>
            <a:r>
              <a:rPr lang="en-US" sz="2000" dirty="0"/>
              <a:t>Rohan Das (2420080057)</a:t>
            </a:r>
            <a:br>
              <a:rPr lang="en-US" sz="2000" dirty="0"/>
            </a:br>
            <a:r>
              <a:rPr lang="en-US" sz="2000" dirty="0"/>
              <a:t>Sai Praneetha </a:t>
            </a:r>
            <a:r>
              <a:rPr lang="en-US" sz="2000" dirty="0" err="1"/>
              <a:t>Oruganty</a:t>
            </a:r>
            <a:r>
              <a:rPr lang="en-US" sz="2000" dirty="0"/>
              <a:t> (2420080061)</a:t>
            </a:r>
            <a:br>
              <a:rPr lang="en-US" sz="2000" dirty="0"/>
            </a:br>
            <a:r>
              <a:rPr lang="en-US" sz="2000" dirty="0"/>
              <a:t>Dhamini Nalluri (2420080022)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E7642-D6AF-B3CB-3EAD-5F050C4E7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2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E0824-8552-AB5C-760B-E66F48596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282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FB824-585D-A158-5C04-010EF8E2F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355"/>
            <a:ext cx="6319684" cy="507703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Modern IoT networks contain devices with different roles, communication patterns and security requirements.</a:t>
            </a:r>
          </a:p>
          <a:p>
            <a:pPr algn="just">
              <a:lnSpc>
                <a:spcPct val="10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 compromised IoT endpoint can attempt unauthorized communication with other network segments.</a:t>
            </a:r>
          </a:p>
          <a:p>
            <a:pPr algn="just">
              <a:lnSpc>
                <a:spcPct val="10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Static VLAN and ACL configurations provide segmentation, but do not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of individual endpoints. </a:t>
            </a:r>
          </a:p>
          <a:p>
            <a:pPr algn="just">
              <a:lnSpc>
                <a:spcPct val="10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Rule-based filtering may not identify abnormal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that develops after a device has been compromised. </a:t>
            </a:r>
          </a:p>
          <a:p>
            <a:pPr algn="just">
              <a:lnSpc>
                <a:spcPct val="10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Manual investigation and access-rule modification can delay the isolation of a suspicious endpoint.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Project Challenge: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Detect abnormal endpoint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and use the detected threat information to generate targeted network controls.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A1879B-94B5-B00B-A732-2BF8F19AF9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508" y="1759974"/>
            <a:ext cx="4466994" cy="297917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CC50D-0A59-4849-571D-73BF53148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29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79C38-593E-A598-A4B9-27D148236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35" y="296299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CD113-0DC9-221B-557E-8102C9A7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36" y="1451997"/>
            <a:ext cx="7361904" cy="477182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sz="2000" dirty="0"/>
              <a:t>Design a segmented IoT network using VLANs for logical isolation. </a:t>
            </a:r>
          </a:p>
          <a:p>
            <a:pPr algn="just">
              <a:lnSpc>
                <a:spcPct val="100000"/>
              </a:lnSpc>
            </a:pPr>
            <a:r>
              <a:rPr lang="en-IN" sz="2000" dirty="0"/>
              <a:t>Control communication between network segments using IPv4 ACLs. </a:t>
            </a:r>
          </a:p>
          <a:p>
            <a:pPr algn="just">
              <a:lnSpc>
                <a:spcPct val="100000"/>
              </a:lnSpc>
            </a:pPr>
            <a:r>
              <a:rPr lang="en-IN" sz="2000" dirty="0"/>
              <a:t>Generate synthetic network and sensor telemetry using Python. </a:t>
            </a:r>
          </a:p>
          <a:p>
            <a:pPr algn="just">
              <a:lnSpc>
                <a:spcPct val="100000"/>
              </a:lnSpc>
            </a:pPr>
            <a:r>
              <a:rPr lang="en-IN" sz="2000" dirty="0"/>
              <a:t>Detect abnormal endpoint </a:t>
            </a:r>
            <a:r>
              <a:rPr lang="en-IN" sz="2000" dirty="0" err="1"/>
              <a:t>behavior</a:t>
            </a:r>
            <a:r>
              <a:rPr lang="en-IN" sz="2000" dirty="0"/>
              <a:t> using a Deep Learning Autoencoder. </a:t>
            </a:r>
          </a:p>
          <a:p>
            <a:pPr algn="just">
              <a:lnSpc>
                <a:spcPct val="100000"/>
              </a:lnSpc>
            </a:pPr>
            <a:r>
              <a:rPr lang="en-IN" sz="2000" dirty="0"/>
              <a:t>Classify detected anomalies using a Random Forest model. </a:t>
            </a:r>
          </a:p>
          <a:p>
            <a:pPr algn="just">
              <a:lnSpc>
                <a:spcPct val="100000"/>
              </a:lnSpc>
            </a:pPr>
            <a:r>
              <a:rPr lang="en-IN" sz="2000" dirty="0"/>
              <a:t>Generate targeted ACL rules for suspicious endpoints. </a:t>
            </a:r>
          </a:p>
          <a:p>
            <a:pPr algn="just">
              <a:lnSpc>
                <a:spcPct val="100000"/>
              </a:lnSpc>
            </a:pPr>
            <a:r>
              <a:rPr lang="en-IN" sz="2000" dirty="0"/>
              <a:t>Verify traffic restriction using Cisco Packet Tracer.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B7CD1-B1DE-78D8-755D-0186D87A96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365" y="0"/>
            <a:ext cx="3827721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7D78B-6DB5-CB21-6D6D-AA1DE395A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981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BE989-FC40-E405-08A4-1F5749A5E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6" y="-11665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612D8-1081-65C5-DC36-EF3E9E3F2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66" y="1041760"/>
            <a:ext cx="10609006" cy="536887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0000"/>
              </a:lnSpc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Conventional IoT Network Security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IoT Devices → VLANs → Inter-VLAN Routing → Static ACLs → Administrator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Current Approach: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• VLANs provide logical separation between different device groups.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• Inter-VLAN routing enables communication between required network segments.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• IPv4 ACLs define which traffic is permitted or denied.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• Security rules are configured in advance based on expected communication requirements.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• When abnormal activity is observed, the administrator must investigate the endpoint and modify the network policy.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Limitations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• Static security policies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• No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behavioral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anomaly detection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• Limited visibility into compromised endpoints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• Manual isolation and policy modification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Key Gap: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 network can control traffic, but it does not independently identify abnormal endpoint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and initiate targeted mitigation.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C33B7-125E-12CC-943D-763999DE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382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806FE-0EB0-9245-C4DC-331487B14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Proposed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080F9A-8B34-B06E-C1D4-E08408B8F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079" y="986703"/>
            <a:ext cx="8601921" cy="57346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57A7F0-4F6A-13F6-3D32-9754793F2140}"/>
              </a:ext>
            </a:extLst>
          </p:cNvPr>
          <p:cNvSpPr/>
          <p:nvPr/>
        </p:nvSpPr>
        <p:spPr>
          <a:xfrm>
            <a:off x="4080387" y="999713"/>
            <a:ext cx="4670323" cy="4161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9DEC2-DC8A-D94C-0A91-5899B5307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607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DC504-6718-4669-00A1-3FB03AF4A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89822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5CEAD7-6CC5-D591-F56F-342FC453CED0}"/>
              </a:ext>
            </a:extLst>
          </p:cNvPr>
          <p:cNvSpPr/>
          <p:nvPr/>
        </p:nvSpPr>
        <p:spPr>
          <a:xfrm>
            <a:off x="747254" y="1922207"/>
            <a:ext cx="2180305" cy="30086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LAYER</a:t>
            </a:r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 VLAN: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Telemetry endpoints</a:t>
            </a:r>
          </a:p>
          <a:p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Controller VLAN: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Control systems</a:t>
            </a:r>
          </a:p>
          <a:p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 VLAN: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Management nodes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9580656-DFB2-D176-7584-3DF4E950A647}"/>
              </a:ext>
            </a:extLst>
          </p:cNvPr>
          <p:cNvSpPr/>
          <p:nvPr/>
        </p:nvSpPr>
        <p:spPr>
          <a:xfrm>
            <a:off x="3519950" y="1922207"/>
            <a:ext cx="2180305" cy="30086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TELEMETRY LAYER</a:t>
            </a:r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Physical Metrics:</a:t>
            </a:r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 &amp; Vibration</a:t>
            </a:r>
          </a:p>
          <a:p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Network Metrics:</a:t>
            </a:r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Packet rate tracking</a:t>
            </a:r>
          </a:p>
          <a:p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Connection Activity:</a:t>
            </a:r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 state logs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6542901-EF7D-34FC-B1AD-60725FA90703}"/>
              </a:ext>
            </a:extLst>
          </p:cNvPr>
          <p:cNvSpPr/>
          <p:nvPr/>
        </p:nvSpPr>
        <p:spPr>
          <a:xfrm>
            <a:off x="6164825" y="1922207"/>
            <a:ext cx="2180305" cy="30086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INTELLIGENCE LAYER</a:t>
            </a:r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Autoencoder: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Learns baseline &amp; flags anomalies</a:t>
            </a:r>
          </a:p>
          <a:p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Forest: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Classifies attack types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1A80E6E-07A8-9360-FB3F-DC469A63EB53}"/>
              </a:ext>
            </a:extLst>
          </p:cNvPr>
          <p:cNvSpPr/>
          <p:nvPr/>
        </p:nvSpPr>
        <p:spPr>
          <a:xfrm>
            <a:off x="8937521" y="1922207"/>
            <a:ext cx="2180305" cy="30086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MITIGATION LAYER</a:t>
            </a:r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Threat Action: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Triggers ACLs</a:t>
            </a:r>
          </a:p>
          <a:p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Cisco IOS: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Generates rules</a:t>
            </a:r>
          </a:p>
          <a:p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Validation: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Packet Tracer test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63A5BCB-5255-16A4-4F49-1B3180621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202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B0974-14E6-D447-91B6-29D8B1EC1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4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B8039-35EF-89A3-18B8-8562CD635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74" y="1120220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IN" dirty="0"/>
              <a:t>Network Design Configure VLANs, IP addressing, inter-VLAN routing and baseline IPv4 ACL policies in Cisco Packet Tracer. </a:t>
            </a:r>
          </a:p>
          <a:p>
            <a:pPr algn="just"/>
            <a:r>
              <a:rPr lang="en-IN" dirty="0"/>
              <a:t>Telemetry Simulation Generate synthetic network and sensor-related features representing normal and abnormal endpoint </a:t>
            </a:r>
            <a:r>
              <a:rPr lang="en-IN" dirty="0" err="1"/>
              <a:t>behavior</a:t>
            </a:r>
            <a:r>
              <a:rPr lang="en-IN" dirty="0"/>
              <a:t>. </a:t>
            </a:r>
          </a:p>
          <a:p>
            <a:pPr algn="just"/>
            <a:r>
              <a:rPr lang="en-IN" dirty="0"/>
              <a:t>Data Preparation Clean, structure and normalize the generated dataset for model training and inference. </a:t>
            </a:r>
          </a:p>
          <a:p>
            <a:pPr algn="just"/>
            <a:r>
              <a:rPr lang="en-IN" dirty="0"/>
              <a:t>Anomaly Detection Train a Deep Learning Autoencoder using normal </a:t>
            </a:r>
            <a:r>
              <a:rPr lang="en-IN" dirty="0" err="1"/>
              <a:t>behavior</a:t>
            </a:r>
            <a:r>
              <a:rPr lang="en-IN" dirty="0"/>
              <a:t> and identify deviations using reconstruction error. </a:t>
            </a:r>
          </a:p>
          <a:p>
            <a:pPr algn="just"/>
            <a:r>
              <a:rPr lang="en-IN" dirty="0"/>
              <a:t>Attack Classification Use a Random Forest classifier to categorize detected anomalies into predefined attack classes. </a:t>
            </a:r>
          </a:p>
          <a:p>
            <a:pPr algn="just"/>
            <a:r>
              <a:rPr lang="en-IN" dirty="0"/>
              <a:t>Policy Generation Generate a targeted Cisco IOS ACL command based on the identified suspicious endpoint. </a:t>
            </a:r>
          </a:p>
          <a:p>
            <a:pPr algn="just"/>
            <a:r>
              <a:rPr lang="en-IN" dirty="0"/>
              <a:t>Verification Apply the generated rule in Packet Tracer and verify whether the targeted traffic is restricted.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71676-19A5-7160-5666-750F22CCD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37" b="33624"/>
          <a:stretch>
            <a:fillRect/>
          </a:stretch>
        </p:blipFill>
        <p:spPr>
          <a:xfrm>
            <a:off x="1236406" y="5267625"/>
            <a:ext cx="9719187" cy="138530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85060-7AC2-37AF-1137-A2AB84647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08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FE6D7-6ADE-63E7-8D3E-8084FA399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312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Technologies &amp; Tools</a:t>
            </a: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9F3B0C19-14FD-5CE1-86B4-247429A71712}"/>
              </a:ext>
            </a:extLst>
          </p:cNvPr>
          <p:cNvSpPr/>
          <p:nvPr/>
        </p:nvSpPr>
        <p:spPr>
          <a:xfrm>
            <a:off x="577645" y="1503875"/>
            <a:ext cx="3195484" cy="3559738"/>
          </a:xfrm>
          <a:prstGeom prst="round2Diag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 Networking </a:t>
            </a:r>
          </a:p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Cisco Packet Tracer </a:t>
            </a:r>
          </a:p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VLANs and 802.1Q trunking </a:t>
            </a:r>
          </a:p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Inter-VLAN Routing </a:t>
            </a:r>
          </a:p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DHCP </a:t>
            </a:r>
          </a:p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IPv4 Extended ACLs AI / Machine Learning 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EECB3273-7B18-07D3-381E-DF16BE174674}"/>
              </a:ext>
            </a:extLst>
          </p:cNvPr>
          <p:cNvSpPr/>
          <p:nvPr/>
        </p:nvSpPr>
        <p:spPr>
          <a:xfrm>
            <a:off x="4350774" y="1503875"/>
            <a:ext cx="3195484" cy="3559738"/>
          </a:xfrm>
          <a:prstGeom prst="round2Diag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Learning Autoencoder </a:t>
            </a:r>
          </a:p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Reconstruction Error </a:t>
            </a:r>
          </a:p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Random Forest Classifier </a:t>
            </a:r>
          </a:p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IN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IN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Scikit-learn 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D50E1248-D297-85D6-2DBC-C20928EDDE2D}"/>
              </a:ext>
            </a:extLst>
          </p:cNvPr>
          <p:cNvSpPr/>
          <p:nvPr/>
        </p:nvSpPr>
        <p:spPr>
          <a:xfrm>
            <a:off x="8123903" y="1503875"/>
            <a:ext cx="3195484" cy="3559738"/>
          </a:xfrm>
          <a:prstGeom prst="round2Diag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Visualization </a:t>
            </a:r>
          </a:p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Python </a:t>
            </a:r>
          </a:p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NumPy </a:t>
            </a:r>
          </a:p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Pandas </a:t>
            </a:r>
          </a:p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IN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5719BDA-73F6-EFC7-46D4-9ECFD27E8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027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1D35C-1756-1C52-F882-94DA24B75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144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Expected Outcome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F7AC6-7AC0-EE11-9AFF-BFCF80B90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845"/>
            <a:ext cx="10515600" cy="47611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The project is expected to demonstrate: 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Logical isolation of IoT device groups using VLANs. 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Controlled communication between network segments using IPv4 ACL policies. 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Identification of abnormal endpoint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using reconstruction-based anomaly detection.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Classification of predefined attack patterns using supervised machine learning. 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Generation of targeted ACL rules for suspicious endpoints. 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Verification of traffic restriction in a simulated Cisco Packet Tracer environment. </a:t>
            </a:r>
          </a:p>
          <a:p>
            <a:pPr marL="0" indent="0">
              <a:buNone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Future Scope: 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Real-time network telemetry collection 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Automated router/firewall integration 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Physical IoT device integration 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Additional attack categories 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Continuous model retraining </a:t>
            </a: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• Evaluation on larger and more diverse network environments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279B9-A4E4-DC80-D77B-04D755842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432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D5E37-730A-E620-1B35-CF8A3271E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985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/>
              <a:t>Thank You</a:t>
            </a:r>
            <a:endParaRPr lang="en-IN" sz="7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5A86F-B9BB-257C-CEF3-9D33621B0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5C4C-10EF-4BAC-B0F2-041DEFF804C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46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716</Words>
  <Application>Microsoft Office PowerPoint</Application>
  <PresentationFormat>Widescreen</PresentationFormat>
  <Paragraphs>113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FactoryPulse: Intelligent Network Monitoring and Dynamic Threat Mitigation using VLANs, ACLs and Deep Learning</vt:lpstr>
      <vt:lpstr>Problem Statement</vt:lpstr>
      <vt:lpstr>Objectives</vt:lpstr>
      <vt:lpstr>Existing System</vt:lpstr>
      <vt:lpstr>Proposed System</vt:lpstr>
      <vt:lpstr>System Architecture</vt:lpstr>
      <vt:lpstr>Methodology</vt:lpstr>
      <vt:lpstr>Technologies &amp; Tools</vt:lpstr>
      <vt:lpstr>Expected Outcome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Das</dc:creator>
  <cp:lastModifiedBy>Rohan Das</cp:lastModifiedBy>
  <cp:revision>7</cp:revision>
  <dcterms:created xsi:type="dcterms:W3CDTF">2026-08-23T20:02:01Z</dcterms:created>
  <dcterms:modified xsi:type="dcterms:W3CDTF">2026-08-24T15:21:25Z</dcterms:modified>
</cp:coreProperties>
</file>